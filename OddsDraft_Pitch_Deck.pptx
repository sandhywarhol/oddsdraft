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371600"/>
            <a:ext cx="5852160" cy="5852160"/>
          </a:xfrm>
          <a:prstGeom prst="ellipse">
            <a:avLst/>
          </a:prstGeom>
          <a:ln w="15875">
            <a:solidFill>
              <a:srgbClr val="E0DF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548640"/>
            <a:ext cx="2194560" cy="2194560"/>
          </a:xfrm>
          <a:prstGeom prst="ellipse">
            <a:avLst/>
          </a:prstGeom>
          <a:ln w="15875">
            <a:solidFill>
              <a:srgbClr val="E0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WORLD CUP 2026   ·   BUILT ON SOLANA + TxLINE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OddsDraft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football meets collectible cards — </a:t>
            </a:r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on-chain,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powered by the real match.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· 3 modes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27248" y="429768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· live 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14416" y="429768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14416" y="4297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· card economy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0543032" cy="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oddsdraft.fun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59893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5  ·  Pay 0.01 SOL  ·  Win the pool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is passive. The fun is fragmented.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43000" y="3401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 is slow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4005072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lineup, then wait until next week for a score. No live tension, no moment-to-moment payoff while the match is actually happening.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53128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73168" y="3401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worlds, three apps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73168" y="4005072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sits in a sportsbook, gaming in a fantasy app, collectibles in an NFT market. Fans juggle three products that never talk to each other.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3296" y="22860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3336" y="25420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03336" y="3401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payouts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03336" y="4005072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money runs through custodial black boxes. Players can't verify the pool, the ranking, or that winners actually got paid.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want to bet, play, and collect around one live match — in one place they can trust.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live match. Three ways to win.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OddsDraft fuses betting, gaming, and a card economy on top of a single TxLINE live feed.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880360"/>
            <a:ext cx="777240" cy="77724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2999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822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fantasy game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4315968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5-a-side squad, choose a captain (2×) and confidence stars (1–5). Points move the second the real match does.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26060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880360"/>
            <a:ext cx="777240" cy="77724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33288" y="2999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3168" y="3822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contest modes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73168" y="4315968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or all: 50/50, Top 3, or Winner-Takes-All. Every entry is 0.01 SOL; the prize pool is the sum of entries.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83296" y="26060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03336" y="2880360"/>
            <a:ext cx="777240" cy="77724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03336" y="2880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363456" y="2999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03336" y="3822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economy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3336" y="4315968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Skill Cards (8 tiers). Combine duplicates, upgrade with Upgrade Cards, and trade on the SOL marketplace.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172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+ Game + Economy — all settled on-chain, all driven by the live match.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pitch to your wallet, in seconds.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06040"/>
            <a:ext cx="640080" cy="64008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8992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TxLINE live feed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8992" y="4005072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goals, cards, saves, subs &amp; stats stream in — the single source of truth.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10712" y="2331720"/>
            <a:ext cx="3108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02736" y="233172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77056" y="2606040"/>
            <a:ext cx="640080" cy="64008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7705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58768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58768" y="4005072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from individual performance, match events, and half-time / full-time stats.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0488" y="2331720"/>
            <a:ext cx="3108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82512" y="233172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56832" y="2606040"/>
            <a:ext cx="640080" cy="64008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38544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leaderboard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38544" y="4005072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squad re-ranks in real time, with NPC commentary &amp; Telegram alerts.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70264" y="2331720"/>
            <a:ext cx="3108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62288" y="2331720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36608" y="2606040"/>
            <a:ext cx="640080" cy="64008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3660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418320" y="340156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payout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418320" y="4005072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 distributed on Solana devnet — transparent and trustless.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440680"/>
            <a:ext cx="105430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5596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SIGNALS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63240" y="5623560"/>
            <a:ext cx="0" cy="594360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5596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Position-weighted goals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(GK 20 · DEF 15 · ATT 10)  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2× · Confidence 1–5★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stat bonuses (possession, clean sheet, pressure)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streams, one engaged audience.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78608"/>
            <a:ext cx="731520" cy="73152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578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57400" y="2651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Prize-pool fee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platform cut on every contest across all 3 modes. Scales directly with entries and pool size.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2286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2578608"/>
            <a:ext cx="731520" cy="73152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2578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87568" y="2651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on every marketplace trade. Scarcity (SSSR 0.3%) plus combine &amp; upgrade mechanics drive real card value.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228600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114300" dist="50800" dir="5400000">
              <a:srgbClr val="9C9C9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578608"/>
            <a:ext cx="731520" cy="731520"/>
          </a:xfrm>
          <a:prstGeom prst="ellipse">
            <a:avLst/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03336" y="2578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17736" y="2651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03336" y="35204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placement slotted right below the nav bar — persistent, brand-safe inventory on a live-sports audience.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440680"/>
            <a:ext cx="1054303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5504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43000" y="6053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matches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31920" y="5504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931920" y="6053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modes per match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5504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949440" y="6053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rarity tiers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509760" y="5504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09760" y="6053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SSSR drop rate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66160" y="5623560"/>
            <a:ext cx="0" cy="658368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5623560"/>
            <a:ext cx="0" cy="658368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5623560"/>
            <a:ext cx="0" cy="658368"/>
          </a:xfrm>
          <a:prstGeom prst="line">
            <a:avLst/>
          </a:prstGeom>
          <a:noFill/>
          <a:ln w="12700">
            <a:solidFill>
              <a:srgbClr val="E4E3D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377440"/>
            <a:ext cx="6400800" cy="6400800"/>
          </a:xfrm>
          <a:prstGeom prst="ellipse">
            <a:avLst/>
          </a:prstGeom>
          <a:ln w="15875">
            <a:solidFill>
              <a:srgbClr val="E0D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match you're already watching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game you're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Cup gives us a global audience and 64 nights of built-in engagement. TxLINE gives us the live heartbeat. OddsDraft turns both into betting, play, and a collectible economy — all on-chain.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440680"/>
            <a:ext cx="2103120" cy="402336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/>
          <a:effectLst>
            <a:outerShdw sx="100000" sy="100000" kx="0" ky="0" algn="bl" rotWithShape="0" blurRad="76200" dist="38100" dir="5400000">
              <a:srgbClr val="9C9C9C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440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oddsdraft.fun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5440680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54406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Demo Mode — no wallet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5513832"/>
            <a:ext cx="4416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 + TxLINE   ·   @oddsdraftbot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OddsDraft</dc:creator>
  <cp:lastModifiedBy>OddsDraft</cp:lastModifiedBy>
  <cp:revision>1</cp:revision>
  <dcterms:created xsi:type="dcterms:W3CDTF">2026-07-12T12:54:13Z</dcterms:created>
  <dcterms:modified xsi:type="dcterms:W3CDTF">2026-07-12T12:54:13Z</dcterms:modified>
</cp:coreProperties>
</file>